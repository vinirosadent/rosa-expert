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1 — duas horizontais empilhadas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ilustrativo — proporções reais, escala aproximada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498080" cy="5120640"/>
          </a:xfrm>
          <a:prstGeom prst="roundRect">
            <a:avLst>
              <a:gd name="adj" fmla="val 1071"/>
            </a:avLst>
          </a:prstGeom>
          <a:solidFill>
            <a:srgbClr val="FDF6EE"/>
          </a:solidFill>
          <a:ln w="12700">
            <a:solidFill>
              <a:srgbClr val="E3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7498080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· News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solidFill>
            <a:srgbClr val="BCC5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24:9 · 2400×900 — fixo, não varia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57062" y="1636776"/>
            <a:ext cx="2289658" cy="4535424"/>
          </a:xfrm>
          <a:prstGeom prst="roundRect">
            <a:avLst>
              <a:gd name="adj" fmla="val 1997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757062" y="1636776"/>
            <a:ext cx="2289658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(ficha / notas)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19072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1932127" y="1892808"/>
            <a:ext cx="2331720" cy="155448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1932127" y="18928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3:2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1800×1200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66744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717243" y="3840480"/>
            <a:ext cx="2761488" cy="1553143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1717243" y="3840480"/>
            <a:ext cx="2761488" cy="15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16:9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2000×1125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0515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1618488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padrão — 3:2, 1800×1200px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panorâmica — 16:9, 2000×1125px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em largura de coluna, empilhadas com texto entre elas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45312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Matérias com duas evidências/fotos distintas em sequência (ex.: dois papéis, dois momentos de um evento) — sem competir por atenção simultânea.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2 — panorâmica + vertical inserida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ilustrativo — proporções reais, escala aproximada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498080" cy="5120640"/>
          </a:xfrm>
          <a:prstGeom prst="roundRect">
            <a:avLst>
              <a:gd name="adj" fmla="val 1071"/>
            </a:avLst>
          </a:prstGeom>
          <a:solidFill>
            <a:srgbClr val="FDF6EE"/>
          </a:solidFill>
          <a:ln w="12700">
            <a:solidFill>
              <a:srgbClr val="E3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7498080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· News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solidFill>
            <a:srgbClr val="BCC5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24:9 · 2400×900 — fixo, não varia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57062" y="1636776"/>
            <a:ext cx="2289658" cy="4535424"/>
          </a:xfrm>
          <a:prstGeom prst="roundRect">
            <a:avLst>
              <a:gd name="adj" fmla="val 1997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757062" y="1636776"/>
            <a:ext cx="2289658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(ficha / notas)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19072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892808"/>
            <a:ext cx="2761488" cy="1553143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92808"/>
            <a:ext cx="2761488" cy="15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16:9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2000×1125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83111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65407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9347" y="3839143"/>
            <a:ext cx="1097280" cy="1371600"/>
          </a:xfrm>
          <a:prstGeom prst="rect">
            <a:avLst/>
          </a:prstGeom>
          <a:solidFill>
            <a:srgbClr val="C9663A"/>
          </a:solidFill>
          <a:ln/>
        </p:spPr>
      </p:sp>
      <p:sp>
        <p:nvSpPr>
          <p:cNvPr id="18" name="Text 16"/>
          <p:cNvSpPr/>
          <p:nvPr/>
        </p:nvSpPr>
        <p:spPr>
          <a:xfrm>
            <a:off x="2549347" y="3839143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4:5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1440×1800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302183"/>
            <a:ext cx="50986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inserida mais estreita e centralizada — não ocupa a coluna inteira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10515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58200" y="1618488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panorâmica — 16:9, 2000×1125px, largura da coluna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retrato — 4:5, 1440×1800px, ~40% da largura da coluna, centralizada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445312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foto de contexto ampla no topo, seguida de um retrato/detalhe (pessoa, objeto) sem repetir a largura cheia — quebra o ritmo visual.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3 — vertical grande, sozinha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ilustrativo — proporções reais, escala aproximada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498080" cy="5120640"/>
          </a:xfrm>
          <a:prstGeom prst="roundRect">
            <a:avLst>
              <a:gd name="adj" fmla="val 1071"/>
            </a:avLst>
          </a:prstGeom>
          <a:solidFill>
            <a:srgbClr val="FDF6EE"/>
          </a:solidFill>
          <a:ln w="12700">
            <a:solidFill>
              <a:srgbClr val="E3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7498080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· News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solidFill>
            <a:srgbClr val="BCC5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24:9 · 2400×900 — fixo, não varia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57062" y="1636776"/>
            <a:ext cx="2289658" cy="4535424"/>
          </a:xfrm>
          <a:prstGeom prst="roundRect">
            <a:avLst>
              <a:gd name="adj" fmla="val 1997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757062" y="1636776"/>
            <a:ext cx="2289658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(ficha / notas)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19072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1863547" y="1892808"/>
            <a:ext cx="2468880" cy="3291840"/>
          </a:xfrm>
          <a:prstGeom prst="rect">
            <a:avLst/>
          </a:prstGeom>
          <a:solidFill>
            <a:srgbClr val="C9663A"/>
          </a:solidFill>
          <a:ln/>
        </p:spPr>
      </p:sp>
      <p:sp>
        <p:nvSpPr>
          <p:cNvPr id="14" name="Text 12"/>
          <p:cNvSpPr/>
          <p:nvPr/>
        </p:nvSpPr>
        <p:spPr>
          <a:xfrm>
            <a:off x="1863547" y="1892808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3:4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1200×1600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321808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404104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10515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1618488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margem alta — 3:4, 1200×1600px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 (quase a coluna inteira), dominante no bloco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582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0" y="445312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retrato/objeto único que merece destaque total — sem outra figura competindo no mesmo trecho do texto.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4 — vertical grande + horizontal pequena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ilustrativo — proporções reais, escala aproximada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498080" cy="5120640"/>
          </a:xfrm>
          <a:prstGeom prst="roundRect">
            <a:avLst>
              <a:gd name="adj" fmla="val 1071"/>
            </a:avLst>
          </a:prstGeom>
          <a:solidFill>
            <a:srgbClr val="FDF6EE"/>
          </a:solidFill>
          <a:ln w="12700">
            <a:solidFill>
              <a:srgbClr val="E3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7498080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· News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solidFill>
            <a:srgbClr val="BCC5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24:9 · 2400×900 — fixo, não varia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57062" y="1636776"/>
            <a:ext cx="2289658" cy="4535424"/>
          </a:xfrm>
          <a:prstGeom prst="roundRect">
            <a:avLst>
              <a:gd name="adj" fmla="val 1997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757062" y="1636776"/>
            <a:ext cx="2289658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(ficha / notas)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10512"/>
            <a:ext cx="1645920" cy="2194560"/>
          </a:xfrm>
          <a:prstGeom prst="rect">
            <a:avLst/>
          </a:prstGeom>
          <a:solidFill>
            <a:srgbClr val="C966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10512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3:4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1200×1600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42232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5734" y="4315968"/>
            <a:ext cx="1371600" cy="91440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4275734" y="43159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3:2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1800×1200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367528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449824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0515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1618488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margem — 3:4, 1200×1600px, ~55% da coluna, à esquerda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padrão — 3:2, 1800×1200px, pequena, à direita, mais abaixo no texto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45312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 carrega o peso visual da matéria; a horizontal pequena entra depois só como reforço/detalhe, sem repetir a escala.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5 — par lado a lado (4:3 + 4:3)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ilustrativo — proporções reais, escala aproximada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498080" cy="5120640"/>
          </a:xfrm>
          <a:prstGeom prst="roundRect">
            <a:avLst>
              <a:gd name="adj" fmla="val 1071"/>
            </a:avLst>
          </a:prstGeom>
          <a:solidFill>
            <a:srgbClr val="FDF6EE"/>
          </a:solidFill>
          <a:ln w="12700">
            <a:solidFill>
              <a:srgbClr val="E3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7498080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· News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solidFill>
            <a:srgbClr val="BCC5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24:9 · 2400×900 — fixo, não varia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57062" y="1636776"/>
            <a:ext cx="2289658" cy="4535424"/>
          </a:xfrm>
          <a:prstGeom prst="roundRect">
            <a:avLst>
              <a:gd name="adj" fmla="val 1997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757062" y="1636776"/>
            <a:ext cx="2289658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(ficha / notas)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19072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892808"/>
            <a:ext cx="2480767" cy="1861041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92808"/>
            <a:ext cx="2480767" cy="186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1600×1200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66567" y="1892808"/>
            <a:ext cx="2480767" cy="1861041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3166567" y="1892808"/>
            <a:ext cx="2480767" cy="186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1600×1200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91009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73305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0515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1618488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lado a lado — 4:3 + 4:3, 1600×1200px cada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proporção e altura, lado a lado com um pequeno vão entre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45312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duas coisas equivalentes lado a lado — dois papéis, dois momentos, antes/depois — sem hierarquia entre elas.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 6 — par misto — vertical estreita + horizontal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ilustrativo — proporções reais, escala aproximada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498080" cy="5120640"/>
          </a:xfrm>
          <a:prstGeom prst="roundRect">
            <a:avLst>
              <a:gd name="adj" fmla="val 1071"/>
            </a:avLst>
          </a:prstGeom>
          <a:solidFill>
            <a:srgbClr val="FDF6EE"/>
          </a:solidFill>
          <a:ln w="12700">
            <a:solidFill>
              <a:srgbClr val="E3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7498080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· News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solidFill>
            <a:srgbClr val="BCC5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52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24:9 · 2400×900 — fixo, não varia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57062" y="1636776"/>
            <a:ext cx="2289658" cy="4535424"/>
          </a:xfrm>
          <a:prstGeom prst="roundRect">
            <a:avLst>
              <a:gd name="adj" fmla="val 1997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757062" y="1636776"/>
            <a:ext cx="2289658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(ficha / notas)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19072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892808"/>
            <a:ext cx="1508760" cy="2011680"/>
          </a:xfrm>
          <a:prstGeom prst="rect">
            <a:avLst/>
          </a:prstGeom>
          <a:solidFill>
            <a:srgbClr val="C966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92808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3:4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1200×1600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1892808"/>
            <a:ext cx="3017520" cy="201168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1892808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3:2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1800×1200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5098694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23944"/>
            <a:ext cx="3059217" cy="5029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0515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1618488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estreita — 3:4, 1200×1600px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— 3:2, 1800×1200px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Alinhadas pela ALTURA (não pela largura) — cada uma mantém sua proporção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45312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 de uma pessoa/objeto ao lado de uma cena mais ampla relacionada, lidos juntos como um só bloco.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2026-08-04T10:15:59Z</dcterms:created>
  <dcterms:modified xsi:type="dcterms:W3CDTF">2026-08-04T10:15:59Z</dcterms:modified>
</cp:coreProperties>
</file>